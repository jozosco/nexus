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554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1488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— 요약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E8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 대두유 조달 판단 지원 — 무엇을 했고(In), 무엇을 하지 않았으며(Out), 무엇이 남았는가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13일  ·  구매팀장·실무자·팀장·부서장 보고용  ·  사내 한정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정본: docs/handover/05_PoC_범위_정의서.md (동반: .docx 보고서 · 데이터 자산 목록 .xlsx) · 수치는 2026-09-13 저장소 실측값, 설계 목표치는 '설계값' 표기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PoC는 리드타임 약 3개월·높은 수입 의존·정보 비대칭 아래에서 '판단 지원 체계가 매일 실제로 돈다'는 것을 실데이터로 증명하는 과제였음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§1~§2 · 프로젝트 정의서 §1·§2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PoC였는가 — 세 가지 구조적 어려움과 두 원칙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760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어려움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PoC가 겨냥한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리드타임 약 3개월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발주→선적→도착 약 3개월, 문제를 사후에 앎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앞을 내다보는 준비·경보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높은 수입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식물성유지 82% 수입(2022/23), 조대두유 연 35만~40만 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원산지별 도착 단가 차이(약 200 $/톤)를 판단으로 잡을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비대칭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작황·환율·운임·정책·해협을 한 사람이 매일 볼 수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수백 개 지표를 시스템이 감시, 벗어난 것만 통지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703320"/>
            <a:ext cx="5760720" cy="96012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7512" y="3767328"/>
            <a:ext cx="5440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원칙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판단 지원까지 — 근거 제시, 구매/보류 결정은 사람이 승인(발주·계약·결제 미개입)  ② 검증 전 확률·전망 표현 금지 — 과거 유사 시기는 "과거에 이랬다"까지, 도착가는 "참고 범위"로만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8016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안(In) — 6항목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1627632"/>
            <a:ext cx="510509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수집·처리·정제·검증 체계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자동 커넥터 12종 + 수동 계열 4종 + 보고서 판독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브리프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매 영업일 05:30 발행, 8블록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정식 가동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핵심 변인·경보·과거 유사 시기, 2026-08-31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준비 패키지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확률 가격 범위의 방법·데이터·절차 확정 후 동결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설계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구매 시점·물량 3-시뮬레이션 설계·근거 문헌 확정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 자산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결정·실패 원장, 위키, 참고문헌 65건, 인수인계 문서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402336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밖(Out) — 5항목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4343400"/>
            <a:ext cx="51050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이관·회사 표준 데이터 플랫폼 통합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해당 팀 소관(이관 가능한 형태까지만)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S&amp;OP/ERP 데이터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설계 원칙상 미사용(가용량 부족·임시값 과다)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실행·자동 주문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사람 승인 원칙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데이터 신규 계약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결정 대기 목록으로만 관리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대두유 외 확장·실시간 갱신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범위 고정, 하루 1회 배치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89204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줄: 이 PoC의 산출물은 '매일 아침 판단 근거 1장'과 그것을 만드는 검증된 데이터 체계이며, 구매 실행·이관·사내 데이터는 처음부터 범위 밖이었음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데이터 자산은 정형 12계열·비정형 3계열·파생 2계열이며, 대부분 무료 공개 자료이고 사내 데이터는 한 건도 포함되지 않음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§3 (측정 기준일 2026-09-13 · 저장소 실측) · 데이터 자산 목록 .xlsx 시트 '데이터_자산'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585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1234440"/>
                <a:gridCol w="1325880"/>
                <a:gridCol w="2423160"/>
                <a:gridCol w="1051560"/>
                <a:gridCol w="1947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공개/유료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규모(실측)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정제·검증 상태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대두유 선물 정산가(시카고)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종량+무료 대조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정본 4,177거래일 · 대조 계열 6,565일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대조 중앙값 괴리 0.1003%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이력(유지·곡물·에너지·지수)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구독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2010~2026-09-11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26파일·100,204행·26지표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수동+API 스냅샷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수동↔API 5/5 일치 · 운임지수 정정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관세청 수출입 실적(대두유+14품목)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2010-01~2026-08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191파일·82,833행·901지표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수동+월별 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충돌 하드 실패 · 미완결 월 제거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농무부 수급(WASDE / PSD)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2010~2026-07 / 2017~2025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20,924행·113지표 / 243행·27지표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발표일 기준 시점 정합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무역통계(GATS)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2010-01~2026-07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121파일·11,080행·64지표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0과 결측 구분 · 한국 4계열 100%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거래소 월별 거래량(ICE)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62파일·8,794행·65지표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손상 2건 재업로드 해소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거시·환율 / 기후 12산지 / 지정학·작황·농업기상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공개 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일·월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시 생성(저장소 미보관) · 기후 설계값 약 22만 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 게시일 · 지역 축 분리 · 1일 지연 규칙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시장 보고서 PDF(GAIN·FAO)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2,038+137건 · 판독 실패 0 → 2,542행·18지표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md → 월별 신호 계열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 뉴스·전문 매체 신호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RSS+검색 크레딧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2026-08-17~09-10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237행·19지표·6분류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프록시+RSS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발췌 보존 · 중복 제거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참고문헌 / 시맨틱 레이어 / 분석용 격자표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비정형·설정·파생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공개·자체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65건 / 엔티티 191·엣지 24 / 약 4,000일×1,000~1,600지표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수동·자동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해시 중복 차단 · 순환 0 · 값 충돌 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자산 계열(정형 12 · 비정형 3 · 파생 2)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항목 — 시세 이력 구독 · 선물 이력 종량 · 실시간 검색 크레딧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S&amp;OP/ERP 데이터 사용(설계 원칙)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50749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82,833행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458200" y="56601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실적 — 단일 최대 정형 자산(191파일·901지표)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여섯 단계로 처리되며, 각 단계에 '확실하지 않으면 멈춘다'는 원칙이 붙어 있어 조용한 실패가 생기지 않음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§4 · 프로젝트 정의서 §5 · 위키 방법론(데이터 품질)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모은다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영업일 새벽 외부 공개 데이터 자동 수집. API로 못 받는 자료는 올려 둔 파일을 정해진 순서로 읽음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실패는 눈에 보이게 멈춤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17877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00757" y="1417320"/>
            <a:ext cx="1696669" cy="288036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10485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검사한다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10485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점수 5항목 가중 합산 → 통과(0.70↑) / 주의(0.50~0.69) / 불합격(0.50↓) + 구조·이상치 + 자동 테스트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10485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5349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0과 빈칸은 다르다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5714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8594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08322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시점을 맞춘다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408322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숫자에 '언제부터 알 수 있었는가'를 붙임. 8/12 발표 보고서는 8/1 분석에 쓰지 않음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08322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63186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전 정보는 쓰지 않음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13552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6432" y="1417320"/>
            <a:ext cx="1696669" cy="288036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6160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한 표로 합친다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306160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× 지표 격자표 한 장. 각 칸은 그날 기준 알 수 있었던 최근값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6160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61024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둘이면 고르지 않고 멈춤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11389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4269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03997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분석·발행·서명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203997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변인 순위 → 경보 → 과거 유사 시기 → 브리프 1장 → 그날 검사 결과 한 줄 서명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03997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58861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없음(검사 완료) 표시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809226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92106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01834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외부 교차검증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0101834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코드·보고서·용어 파일이 바뀌면 외부 대형 언어모델이 재점검, 판정을 원장에 누적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101834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156698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정오표 관행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3891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배경 = 멈추는 관문. 데이터가 빠졌는데 조용히 넘어가면 그날 브리프가 "이상 없음"처럼 보이므로, 빠짐이 있으면 일부러 멈추도록 설계함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규율이 실제로 만든 결과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48,789 → 0</a:t>
            </a:r>
            <a:endParaRPr lang="en-US" sz="26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표의 같은 시점 값 충돌 — 축 분리로 전량 해소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33756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600" dirty="0"/>
          </a:p>
        </p:txBody>
      </p:sp>
      <p:sp>
        <p:nvSpPr>
          <p:cNvPr id="46" name="Text 44"/>
          <p:cNvSpPr txBox="1"/>
          <p:nvPr/>
        </p:nvSpPr>
        <p:spPr>
          <a:xfrm>
            <a:off x="333756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정합 위반(직전 실행)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0.1003%</a:t>
            </a:r>
            <a:endParaRPr lang="en-US" sz="2600" dirty="0"/>
          </a:p>
        </p:txBody>
      </p:sp>
      <p:sp>
        <p:nvSpPr>
          <p:cNvPr id="48" name="Text 46"/>
          <p:cNvSpPr txBox="1"/>
          <p:nvPr/>
        </p:nvSpPr>
        <p:spPr>
          <a:xfrm>
            <a:off x="617220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가격 정산가 교차검증 중앙값 괴리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00684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205건</a:t>
            </a:r>
            <a:endParaRPr lang="en-US" sz="2600" dirty="0"/>
          </a:p>
        </p:txBody>
      </p:sp>
      <p:sp>
        <p:nvSpPr>
          <p:cNvPr id="50" name="Text 48"/>
          <p:cNvSpPr txBox="1"/>
          <p:nvPr/>
        </p:nvSpPr>
        <p:spPr>
          <a:xfrm>
            <a:off x="900684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교차검증 누적 기록(판정 144 · 미판정 61)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산출물은 일별 브리프(8블록)·경보판·서명 기록·월별 심층판·연구 문서·용어집이며, 브리프는 신뢰 스트립이 초록일 때만 그대로 읽음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§5 · 개요(비전문가용) §3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6종과 위치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143000"/>
                <a:gridCol w="2651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위치·읽는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 브리프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영업일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reports/pipeline/latest/ — 신뢰 스트립 초록 확인 후 8블록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경보판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초과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무경보일은 '이상 없음(검사 완료)'. 경보는 '상태'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영업일 1줄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data/processed/signed_daily_stamps.csv — 마지막 날짜가 어제인가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심층판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수급 보고서 발표 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실행 첨부 파일(30일 보관)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 문서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docs/research_desk/ — 4-라벨(사실·추론·공백·비교불가)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용어집·방법론·기록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docs/wiki/ 7페이지 · 03 용어 포인터 · 04 기록 찾는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57451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80760" y="1417320"/>
            <a:ext cx="5470855" cy="384048"/>
          </a:xfrm>
          <a:prstGeom prst="rect">
            <a:avLst/>
          </a:prstGeom>
          <a:solidFill>
            <a:srgbClr val="E6F2EA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99632" y="1417320"/>
            <a:ext cx="5287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⓪ 신뢰 스트립 — 자동 점검 통과 · 품질 검사 통과 · 경보 n건 (초록이 아니면 아래를 그대로 믿지 않음)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192024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90488" y="199339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한눈 요약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230428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· 참고 도착가 범위 · 경보 수 · 데이터 적시성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884768" y="192024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94496" y="199339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가격 추세와 핵심 변인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994496" y="230428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90거래일 그래프 + 상위 변인 5개(급변일 번호)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80760" y="2926080"/>
            <a:ext cx="266684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90488" y="299923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금일 경보(유의 사항)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190488" y="331012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넘은 지표와 근거 — 없으면 '이상 없음(검사 완료)'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884768" y="2926080"/>
            <a:ext cx="266684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94496" y="299923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과거 비슷한 시기의 실제 흐름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994496" y="331012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상태였던 과거 시기의 1주/1개월/3개월 실제 변화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80760" y="393192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0488" y="400507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공급 경로와 해상 위험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190488" y="431596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산지 4곳→한국 항로, 요충 해협 상태 — 정상 항로는 생략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84768" y="393192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4496" y="400507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주요 지표 현황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994496" y="431596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최근값 · 기준일 · 추세 미니 그래프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080760" y="493776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0488" y="501091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오늘의 시장 뉴스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190488" y="532180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뉴스·전문 매체 + 원문 링크·인과 경로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884768" y="493776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94496" y="501091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주목해야 할 일정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994496" y="532180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수급 보고서 발표일 · 리드타임 역산일 · 정책 발효일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080760" y="5843016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= 실무자가 매일 가장 먼저 보는 두 블록. 각 블록에 [현황]→[요인]→[전망]→[유의] 4단 요약 문장이 붙고, 데이터가 없으면 "미수집"으로 그대로 표기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5074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시기는 확률이 아니라 "과거엔 이랬다"의 요약이며, 표본 8회 미만이면 비워 둠. 도착가 범위는 검증 전이라 '참고 범위'로만 부름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실적은 '맞췄다'가 아니라 사실로만 말함 — 8/31 정식 가동 후 무개입 연속 성공, 교차검증 205건, 그리고 오류를 찾아 정정한 기록 자체가 실적임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§6 · 서명 기록 csv · 교차검증 누적 원장(2026-09-13) · 시세 이력 대조 검증(2026-09-13)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기준 실적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8/31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정식 가동일 — 자동 실행 2회 연속 전 작업 성공으로 게이트 통과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2026-09-09 실행 작업 전부 성공 · 9/7~9/10 4영업일 연속 게이트 통과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205건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교차검증 누적 — 판정 144 · 미판정 61(재검증 대상)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0.1003%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가격 정산가 대조 중앙값 괴리(교집합 3,957일)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16459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/ 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2311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충돌 / 시점 정합 위반(직전 실행)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063240"/>
            <a:ext cx="5455768" cy="214884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" y="317296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 사례 — 발틱운임지수 수동본 (2026-09-13)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3685032"/>
            <a:ext cx="512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시세 이력 수동본의 발틱운임지수 계열이 2023-01-03 이후 구간에서 구 계열 오류로 확인됨(2022년까지 동일, 2023-01-03 값 864.2 → 정정본 1,250)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확인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API 스냅샷이 붙인 값과 대조. 자동 갱신기의 점프 게이트가 계속 차단해 온 값과 정정본이 정합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정정본을 정본으로 확정, 정정 구간 기준 표준화 지수 경보는 재산출 대상 표기, 대조 기록 문서화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3008" y="3063240"/>
            <a:ext cx="5455768" cy="214884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0168" y="320040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0168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4800" y="317296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정정 관행 — 오류를 남기는 방식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97600" y="3685032"/>
            <a:ext cx="512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엘니뇨 지수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절대온도 오독 정정(2026-08-16), 물리 범위 가드 추가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시장구조 브리프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외부 조사 대조 후 정오표 작성(2026-08-19)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사례 유사도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정정본 병독(원본 유사도 하향·신규 사례 추가)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원문을 덮어쓰지 않고 정정 이력을 병기, 교차검증 지적은 원장에 누적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394960"/>
            <a:ext cx="11185855" cy="777240"/>
          </a:xfrm>
          <a:prstGeom prst="rect">
            <a:avLst/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440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정확도(예측이 맞았는가)는 아직 수치로 주장하지 않음. 현재 신뢰 근거는 과정 무결성 4계층(품질 게이트 · 시점 정합 · 서명 기록 · 교차검증)이며, 게이트 불합격일(9/6)도 차단·기록된 것이 설계대로 작동한 사례임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한계는 정확도·소스 장애·유료 의존·지식 이전이며, 2단계 재개는 네 조건이 모두 충족될 때 별도 승인으로 진행함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§7~§8 · 2단계 추가 데이터 요구 정리(2026-09-09) · 결정 대기 목록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한계·리스크와 완화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8521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완화 장치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한계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1단계는 예측이 아닌 '참조'. 확률 산출물(2단계)은 미검증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 문구 상시 표기 · 금지어 자동 검사 · 미검증 산출물 동결 · 사람 승인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소스 장애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기관 API 장애·형식 변경·시간대별 불안정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실패해도 진행 · 폴백 · 수동 이력 커버 · 실패 표면화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데이터 의존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구독·종량·크레딧 3종이 끊기면 해당 수집 정지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 귀속 확인 · 무료 대체 경로 병행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 이전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규율을 모르면 '멈춤=고장' 오인·조용한 통과로 회귀 위험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7종 · 원장 · 5분 체크리스트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675120" y="12801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2단계(확률 가격 범위) 재개 조건 — 4가지 모두 충족 시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737360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1627632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검증 창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60거래일 첫 실측 대조는 가동 후 약 3개월, 계절 1주기·비중복 표본 4건은 2027년 이후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75120" y="2395728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7512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2286000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시장 데이터 3종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대두박·대두 정산가, 옵션 내재변동성 — 승인 완료·수령 대기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675120" y="3054096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2944368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실행 환경 확정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표준 데이터 플랫폼의 배치 실행 표면(해당 팀 소관)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675120" y="3712464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3602736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측 해석 훈련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산출물 읽는 훈련 완료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675120" y="43434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설계 정본 · 우선 추가 데이터 후보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4663440"/>
            <a:ext cx="50136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현시점/대안 시점/분할 구매의 톤당 기회손실 비교(회사 실손익 미계산). 2단계 가동 후 착수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P0(무료·소액)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대두박·대두 정산가(수령 대기) · 선물 포지션 주간 통계(미구현) · 시세 이력 일별 밀도(9/13 해소)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옵션 내재변동성 · 팜유 재고·수출 · 수급 유종별 분해 · 실측 호가·탱커 운임(견적·결정 대기)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팜유 일별 선물 · 흑해 해바라기유 · 화물 추적: 대체 경로 있어 이번 분기 미구매 권고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920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데이터 신규 계약은 PoC 범위 밖 — 위 후보는 결정 대기 목록(docs/research_desk/decision_queue.md)으로만 관리함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요건은 일별 5분 점검·실패 시 조치 순서·월 1회 점검이며, 문서 6종이 인수 지식을 뒷받침함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§9 · 워크플로우 지도 §3~§4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3545738" cy="29260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점검 (5분)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실행 환경의 최근 3회 실행이 초록인가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기록 마지막 날짜가 어제(영업일)인가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브리프의 "미수집" 빈 블록이 몇 개인가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있다면 멈춘 지점이 수집인가 게이트인가(수집이면 외부 기관 문제 가능성)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대기열에 기한 지난 항목이 있는가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22978" y="1325880"/>
            <a:ext cx="3545738" cy="292608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60138" y="1463040"/>
            <a:ext cx="384048" cy="38404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6013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44770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조치 순서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7570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멈춘 지점 확인 — 수집 단계면 대기 후 수동 재실행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게이트 단계면 "데이터가 나쁜 것"인지 "파일이 안 온 것"인지 구분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"값 충돌"이면 지표 이름에 지역·국가 구분이 빠졌는지 의심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후 수동 재실행 → 서명 기록에 한 줄 남는지 확인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원인·조치를 결정·실패 원장에 기록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43037" y="1325880"/>
            <a:ext cx="3545738" cy="29260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64829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점검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7629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업로드 계열 갱신 — 관세청 실적·수급 보고서·시세 이력 공백·거래소 거래량(빈 서식 여부 포함)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구독 3종 갱신·잔여 크레딧 · API 키 만료·포털 재승인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대기열 기한 항목 정리 · 교차검증 미판정 건 재검증 계획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진행 현황 초안 검토·확정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462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6종 포인터 (읽는 순서)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773168"/>
          <a:ext cx="1118585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7525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있나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정의서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목표·단계별 목표·필요성·분석 유형·사용 데이터·처리 방법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개요(비전문가용)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 요약 · 매일 아침 무슨 일이 일어나는지 · 브리프 읽는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2·3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작업정의서 · 워크플로우 지도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지금까지 한 일 6유형 · 자동 실행 19종과 결과 위치 · 5분 체크리스트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4·5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포인터 · 기록 찾는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용어 20개 · 결정·실패 기록을 되짚는 표준 경로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PoC 범위 정의서(본 문서)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In/Out · 데이터 자산 실측표 · 검증 실적 · 후속 단계 · 최소 운영 요건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범위 정의서 요약 2026-09</dc:title>
  <dc:subject>PptxGenJS Presentation</dc:subject>
  <dc:creator>Nexus</dc:creator>
  <cp:lastModifiedBy>Nexus</cp:lastModifiedBy>
  <cp:revision>1</cp:revision>
  <dcterms:created xsi:type="dcterms:W3CDTF">2026-09-13T13:14:30Z</dcterms:created>
  <dcterms:modified xsi:type="dcterms:W3CDTF">2026-09-13T13:14:30Z</dcterms:modified>
</cp:coreProperties>
</file>